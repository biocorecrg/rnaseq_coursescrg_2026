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1" autoAdjust="0"/>
    <p:restoredTop sz="97627" autoAdjust="0"/>
  </p:normalViewPr>
  <p:slideViewPr>
    <p:cSldViewPr snapToGrid="0" snapToObjects="1">
      <p:cViewPr varScale="1">
        <p:scale>
          <a:sx n="97" d="100"/>
          <a:sy n="97" d="100"/>
        </p:scale>
        <p:origin x="-1312" y="-104"/>
      </p:cViewPr>
      <p:guideLst>
        <p:guide orient="horz" pos="3753"/>
        <p:guide pos="28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9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20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36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3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7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2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5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C9CDB-DB00-4240-9F73-806910A08CF0}" type="datetimeFigureOut">
              <a:rPr lang="en-US" smtClean="0"/>
              <a:t>28/01/20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A9991-CEBF-D54E-AE11-480BD77EF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2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99820" y="39282"/>
            <a:ext cx="2255740" cy="338554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 smtClean="0">
                <a:latin typeface="Arial Unicode MS"/>
                <a:cs typeface="Arial Unicode MS"/>
              </a:rPr>
              <a:t>Unstranded</a:t>
            </a:r>
            <a:r>
              <a:rPr lang="en-US" sz="1600" b="1" dirty="0" smtClean="0">
                <a:latin typeface="Arial Unicode MS"/>
                <a:cs typeface="Arial Unicode MS"/>
              </a:rPr>
              <a:t> protocol</a:t>
            </a:r>
            <a:endParaRPr lang="en-US" sz="1600" b="1" dirty="0">
              <a:latin typeface="Arial Unicode MS"/>
              <a:cs typeface="Arial Unicode M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82480" y="39282"/>
            <a:ext cx="2268000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Arial Unicode MS"/>
                <a:cs typeface="Arial Unicode MS"/>
              </a:rPr>
              <a:t>Stranded protocol</a:t>
            </a:r>
            <a:endParaRPr lang="en-US" sz="1600" b="1" dirty="0">
              <a:latin typeface="Arial Unicode MS"/>
              <a:cs typeface="Arial Unicode MS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731578" y="903490"/>
            <a:ext cx="1655999" cy="0"/>
          </a:xfrm>
          <a:prstGeom prst="line">
            <a:avLst/>
          </a:prstGeom>
          <a:ln w="38100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10138" y="551842"/>
            <a:ext cx="149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RNA fragment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6055" y="739883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  <a:latin typeface="Arial Unicode MS"/>
              <a:cs typeface="Arial Unicode M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73656" y="733268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595959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595959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595959"/>
              </a:solidFill>
              <a:latin typeface="Arial Unicode MS"/>
              <a:cs typeface="Arial Unicode M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731578" y="1985566"/>
            <a:ext cx="1655999" cy="0"/>
          </a:xfrm>
          <a:prstGeom prst="line">
            <a:avLst/>
          </a:prstGeom>
          <a:ln w="38100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86406" y="1385131"/>
            <a:ext cx="2541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Reverse transcription and RNA degradation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3739955" y="2137966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54015" y="1980838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27512" y="1980838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27496" y="1817232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  <a:latin typeface="Arial Unicode MS"/>
              <a:cs typeface="Arial Unicode M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55818" y="1810617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595959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595959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595959"/>
              </a:solidFill>
              <a:latin typeface="Arial Unicode MS"/>
              <a:cs typeface="Arial Unicode M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1110013" y="2869743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37166" y="2686427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0663" y="2673333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1110013" y="3000684"/>
            <a:ext cx="1655999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24073" y="2869744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70" y="2856650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0496" y="2409700"/>
            <a:ext cx="2541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Second strand synthesis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6378528" y="2880258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05681" y="2657660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92271" y="2670754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6378528" y="3024293"/>
            <a:ext cx="1655999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05681" y="2880259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52992" y="2880259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16639" y="2249993"/>
            <a:ext cx="2541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Second strand synthesis</a:t>
            </a:r>
          </a:p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Incorporation of </a:t>
            </a:r>
            <a:r>
              <a:rPr lang="en-US" sz="1400" b="1" dirty="0" err="1" smtClean="0">
                <a:latin typeface="Arial Unicode MS"/>
                <a:cs typeface="Arial Unicode MS"/>
              </a:rPr>
              <a:t>dUTP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42180" y="2930343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45352" y="2916294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75429" y="2911964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679683" y="2916292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1147502" y="3942332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587748" y="3719734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1036" y="3719734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1147502" y="4112555"/>
            <a:ext cx="1655999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882059" y="3981615"/>
            <a:ext cx="360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9803" y="3981615"/>
            <a:ext cx="386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5613" y="3547759"/>
            <a:ext cx="2541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Adaptor ligation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803501" y="4073271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965765" y="3924509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1052965" y="5587452"/>
            <a:ext cx="1655999" cy="0"/>
          </a:xfrm>
          <a:prstGeom prst="line">
            <a:avLst/>
          </a:prstGeom>
          <a:ln w="38100" cmpd="sng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676513" y="5364854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79801" y="5364854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2727" y="4708400"/>
            <a:ext cx="2541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Amplification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701113" y="5543440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>
            <a:off x="1031455" y="5742766"/>
            <a:ext cx="1655999" cy="0"/>
          </a:xfrm>
          <a:prstGeom prst="line">
            <a:avLst/>
          </a:prstGeom>
          <a:ln w="38100" cmpd="sng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46308" y="5610012"/>
            <a:ext cx="327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427421" y="5598732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cxnSp>
        <p:nvCxnSpPr>
          <p:cNvPr id="74" name="Straight Connector 73"/>
          <p:cNvCxnSpPr/>
          <p:nvPr/>
        </p:nvCxnSpPr>
        <p:spPr>
          <a:xfrm>
            <a:off x="6381863" y="3984528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809016" y="3775024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799211" y="3788118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966132" y="3984529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43234" y="3997623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FF0000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FF0000"/>
              </a:solidFill>
              <a:latin typeface="Arial Unicode MS"/>
              <a:cs typeface="Arial Unicode M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906881" y="3537579"/>
            <a:ext cx="2541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Adaptor ligation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6198529" y="3932152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8018475" y="4089651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6368770" y="4125651"/>
            <a:ext cx="1655999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532422" y="4031701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935594" y="4017652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365671" y="4013322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669925" y="4017650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cxnSp>
        <p:nvCxnSpPr>
          <p:cNvPr id="90" name="Straight Connector 89"/>
          <p:cNvCxnSpPr/>
          <p:nvPr/>
        </p:nvCxnSpPr>
        <p:spPr>
          <a:xfrm>
            <a:off x="6427942" y="5308776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842002" y="5099272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910755" y="5099272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900588" y="4652323"/>
            <a:ext cx="2541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Arial Unicode MS"/>
                <a:cs typeface="Arial Unicode MS"/>
              </a:rPr>
              <a:t>Amplification and </a:t>
            </a:r>
            <a:r>
              <a:rPr lang="en-US" sz="1400" b="1" dirty="0" err="1" smtClean="0">
                <a:latin typeface="Arial Unicode MS"/>
                <a:cs typeface="Arial Unicode MS"/>
              </a:rPr>
              <a:t>dUTP</a:t>
            </a:r>
            <a:r>
              <a:rPr lang="en-US" sz="1400" b="1" dirty="0" smtClean="0">
                <a:latin typeface="Arial Unicode MS"/>
                <a:cs typeface="Arial Unicode MS"/>
              </a:rPr>
              <a:t> fragments degradation</a:t>
            </a:r>
            <a:endParaRPr lang="en-US" sz="1400" b="1" dirty="0">
              <a:latin typeface="Arial Unicode MS"/>
              <a:cs typeface="Arial Unicode MS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304587" y="5272407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/>
          <p:cNvCxnSpPr/>
          <p:nvPr/>
        </p:nvCxnSpPr>
        <p:spPr>
          <a:xfrm>
            <a:off x="6436319" y="5448082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017077" y="5289068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855095" y="5302162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043838" y="5747462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/>
          <p:cNvCxnSpPr/>
          <p:nvPr/>
        </p:nvCxnSpPr>
        <p:spPr>
          <a:xfrm>
            <a:off x="6394133" y="5783462"/>
            <a:ext cx="1655999" cy="0"/>
          </a:xfrm>
          <a:prstGeom prst="line">
            <a:avLst/>
          </a:prstGeom>
          <a:ln w="38100" cmpd="sng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557785" y="5689512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960957" y="5675463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391034" y="5671133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95288" y="5675461"/>
            <a:ext cx="251995" cy="215997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100" dirty="0" smtClean="0">
                <a:solidFill>
                  <a:srgbClr val="FF0000"/>
                </a:solidFill>
              </a:rPr>
              <a:t>U</a:t>
            </a:r>
            <a:endParaRPr lang="en-US" sz="1200" b="1" spc="-100" dirty="0">
              <a:solidFill>
                <a:srgbClr val="FF0000"/>
              </a:solidFill>
            </a:endParaRPr>
          </a:p>
        </p:txBody>
      </p:sp>
      <p:sp>
        <p:nvSpPr>
          <p:cNvPr id="106" name="Multiply 105"/>
          <p:cNvSpPr>
            <a:spLocks noChangeAspect="1"/>
          </p:cNvSpPr>
          <p:nvPr/>
        </p:nvSpPr>
        <p:spPr>
          <a:xfrm>
            <a:off x="7096597" y="5548170"/>
            <a:ext cx="521069" cy="540000"/>
          </a:xfrm>
          <a:prstGeom prst="mathMultiply">
            <a:avLst>
              <a:gd name="adj1" fmla="val 6548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288052" y="6166575"/>
            <a:ext cx="395416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smtClean="0">
                <a:latin typeface="Arial Unicode MS"/>
                <a:cs typeface="Arial Unicode MS"/>
                <a:sym typeface="Wingdings"/>
              </a:rPr>
              <a:t> </a:t>
            </a:r>
            <a:r>
              <a:rPr lang="en-US" sz="1600" b="1" u="sng" dirty="0" smtClean="0">
                <a:latin typeface="Arial Unicode MS"/>
                <a:cs typeface="Arial Unicode MS"/>
              </a:rPr>
              <a:t>Both blue and red fragments are sequenced</a:t>
            </a:r>
            <a:endParaRPr lang="en-US" sz="1600" b="1" u="sng" dirty="0">
              <a:latin typeface="Arial Unicode MS"/>
              <a:cs typeface="Arial Unicode M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958012" y="6215981"/>
            <a:ext cx="4185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smtClean="0">
                <a:latin typeface="Arial Unicode MS"/>
                <a:cs typeface="Arial Unicode MS"/>
                <a:sym typeface="Wingdings"/>
              </a:rPr>
              <a:t> Only</a:t>
            </a:r>
            <a:r>
              <a:rPr lang="en-US" sz="1600" b="1" u="sng" dirty="0" smtClean="0">
                <a:latin typeface="Arial Unicode MS"/>
                <a:cs typeface="Arial Unicode MS"/>
              </a:rPr>
              <a:t> blue fragments are sequenced</a:t>
            </a:r>
            <a:endParaRPr lang="en-US" sz="1600" b="1" u="sng" dirty="0">
              <a:latin typeface="Arial Unicode MS"/>
              <a:cs typeface="Arial Unicode MS"/>
            </a:endParaRPr>
          </a:p>
        </p:txBody>
      </p:sp>
      <p:cxnSp>
        <p:nvCxnSpPr>
          <p:cNvPr id="109" name="Straight Connector 108"/>
          <p:cNvCxnSpPr/>
          <p:nvPr/>
        </p:nvCxnSpPr>
        <p:spPr>
          <a:xfrm>
            <a:off x="1092471" y="5102235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2506531" y="4892731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75284" y="4892731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969116" y="5065866"/>
            <a:ext cx="179999" cy="720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1100848" y="5241541"/>
            <a:ext cx="1655999" cy="0"/>
          </a:xfrm>
          <a:prstGeom prst="line">
            <a:avLst/>
          </a:prstGeom>
          <a:ln w="38100" cmpd="sng">
            <a:solidFill>
              <a:srgbClr val="0000FF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81606" y="5082527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5'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519624" y="5095621"/>
            <a:ext cx="6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00FF"/>
                </a:solidFill>
                <a:latin typeface="Arial Unicode MS"/>
                <a:cs typeface="Arial Unicode MS"/>
              </a:rPr>
              <a:t>3</a:t>
            </a:r>
            <a:r>
              <a:rPr lang="en-US" sz="1400" b="1" i="1" dirty="0" smtClean="0">
                <a:solidFill>
                  <a:srgbClr val="0000FF"/>
                </a:solidFill>
                <a:latin typeface="Arial Unicode MS"/>
                <a:cs typeface="Arial Unicode MS"/>
              </a:rPr>
              <a:t>'</a:t>
            </a:r>
            <a:endParaRPr lang="en-US" sz="1400" b="1" i="1" dirty="0">
              <a:solidFill>
                <a:srgbClr val="0000FF"/>
              </a:solidFill>
              <a:latin typeface="Arial Unicode MS"/>
              <a:cs typeface="Arial Unicode MS"/>
            </a:endParaRPr>
          </a:p>
        </p:txBody>
      </p:sp>
      <p:sp>
        <p:nvSpPr>
          <p:cNvPr id="117" name="Down Arrow 116"/>
          <p:cNvSpPr/>
          <p:nvPr/>
        </p:nvSpPr>
        <p:spPr>
          <a:xfrm>
            <a:off x="4429520" y="1060822"/>
            <a:ext cx="271426" cy="235555"/>
          </a:xfrm>
          <a:prstGeom prst="down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own Arrow 117"/>
          <p:cNvSpPr/>
          <p:nvPr/>
        </p:nvSpPr>
        <p:spPr>
          <a:xfrm>
            <a:off x="1819244" y="3203709"/>
            <a:ext cx="271426" cy="235555"/>
          </a:xfrm>
          <a:prstGeom prst="down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own Arrow 118"/>
          <p:cNvSpPr/>
          <p:nvPr/>
        </p:nvSpPr>
        <p:spPr>
          <a:xfrm>
            <a:off x="1822838" y="4363668"/>
            <a:ext cx="271426" cy="235555"/>
          </a:xfrm>
          <a:prstGeom prst="down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own Arrow 119"/>
          <p:cNvSpPr/>
          <p:nvPr/>
        </p:nvSpPr>
        <p:spPr>
          <a:xfrm>
            <a:off x="7051372" y="3242991"/>
            <a:ext cx="271426" cy="235555"/>
          </a:xfrm>
          <a:prstGeom prst="down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own Arrow 120"/>
          <p:cNvSpPr/>
          <p:nvPr/>
        </p:nvSpPr>
        <p:spPr>
          <a:xfrm>
            <a:off x="7054966" y="4363668"/>
            <a:ext cx="271426" cy="235555"/>
          </a:xfrm>
          <a:prstGeom prst="down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own Arrow 121"/>
          <p:cNvSpPr/>
          <p:nvPr/>
        </p:nvSpPr>
        <p:spPr>
          <a:xfrm rot="2852402">
            <a:off x="2862956" y="1963266"/>
            <a:ext cx="287999" cy="251997"/>
          </a:xfrm>
          <a:prstGeom prst="down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own Arrow 122"/>
          <p:cNvSpPr/>
          <p:nvPr/>
        </p:nvSpPr>
        <p:spPr>
          <a:xfrm rot="18887932">
            <a:off x="5931185" y="1861732"/>
            <a:ext cx="287999" cy="251998"/>
          </a:xfrm>
          <a:prstGeom prst="down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02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124</Words>
  <Application>Microsoft Macintosh PowerPoint</Application>
  <PresentationFormat>On-screen Show (4:3)</PresentationFormat>
  <Paragraphs>59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CRG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Bonnin</dc:creator>
  <cp:lastModifiedBy>Sarah Bonnin</cp:lastModifiedBy>
  <cp:revision>12</cp:revision>
  <dcterms:created xsi:type="dcterms:W3CDTF">2020-01-28T16:35:27Z</dcterms:created>
  <dcterms:modified xsi:type="dcterms:W3CDTF">2020-01-28T17:24:10Z</dcterms:modified>
</cp:coreProperties>
</file>